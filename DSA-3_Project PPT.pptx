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Title of the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3206" y="3344477"/>
            <a:ext cx="5620460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Name: 2520030271 – Raghava </a:t>
            </a:r>
            <a:r>
              <a:rPr lang="en-US" dirty="0" err="1">
                <a:solidFill>
                  <a:srgbClr val="0070C0"/>
                </a:solidFill>
              </a:rPr>
              <a:t>Akkinepally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2520030060-JANUMPALLY HANSIKA</a:t>
            </a:r>
          </a:p>
          <a:p>
            <a:r>
              <a:rPr lang="en-US" dirty="0">
                <a:solidFill>
                  <a:srgbClr val="0070C0"/>
                </a:solidFill>
              </a:rPr>
              <a:t>2520030212-N.RISHIKA CHOWDARY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Dr S. Madhavi Mam CSE department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36085-17BE-F8DE-346C-7B5ECBACC680}"/>
              </a:ext>
            </a:extLst>
          </p:cNvPr>
          <p:cNvSpPr txBox="1"/>
          <p:nvPr/>
        </p:nvSpPr>
        <p:spPr>
          <a:xfrm>
            <a:off x="2854353" y="1742320"/>
            <a:ext cx="8386893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dirty="0" err="1"/>
              <a:t>PaperCheck</a:t>
            </a:r>
            <a:r>
              <a:rPr lang="en-IN" dirty="0"/>
              <a:t> is a plagiarism detection system designed to identify similarities between an uploaded research paper and a dataset of reference research papers. The system extracts text from the uploaded PDF, preprocesses the content, and divides it into K-grams. Rolling Hash is used to generate hash values for these text sequences, while the Rabin-Karp algorithm efficiently compares the hash values to identify matching content. The system calculates the similarity percentage and provides a ranked list of matching reference papers. This project demonstrates the practical application of Data Structures and Algorithms to solve the problem of efficient plagiarism detection.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EBA4E-7948-CD5D-919D-569E031FCB2C}"/>
              </a:ext>
            </a:extLst>
          </p:cNvPr>
          <p:cNvSpPr txBox="1"/>
          <p:nvPr/>
        </p:nvSpPr>
        <p:spPr>
          <a:xfrm>
            <a:off x="3131189" y="1383102"/>
            <a:ext cx="7933889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Plagiarism is the use of existing content without proper originality or acknowledgment.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Manually checking large research papers is time-consuming.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PaperCheck</a:t>
            </a:r>
            <a:r>
              <a:rPr lang="en-IN" dirty="0"/>
              <a:t> provides an automated approach to identify similar content.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user uploads a research paper in PDF format.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extracts and preprocesses the text.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Rolling Hash generates hash values for text sequences.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Rabin-Karp is used to efficiently identify matching sequences.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final result shows the similarity between the uploaded paper and reference papers.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15B910-6BC4-498D-5184-D288DE05B1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919166"/>
              </p:ext>
            </p:extLst>
          </p:nvPr>
        </p:nvGraphicFramePr>
        <p:xfrm>
          <a:off x="2577284" y="2615578"/>
          <a:ext cx="8128000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6404997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95306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Existing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524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Manual plagiarism checking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Time-consuming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196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Keyword-based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May miss similar sentences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02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Direct text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Expensive for large documents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33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Traditional string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Repeated comparisons can be inefficient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436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Hash-based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Faster comparison using hash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1227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9DE0E9-48F7-3AE4-5C91-746B039BBB5C}"/>
              </a:ext>
            </a:extLst>
          </p:cNvPr>
          <p:cNvSpPr txBox="1"/>
          <p:nvPr/>
        </p:nvSpPr>
        <p:spPr>
          <a:xfrm>
            <a:off x="2879520" y="1198545"/>
            <a:ext cx="8705675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Problem Statement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To develop a plagiarism detection system that efficiently compares an uploaded research paper with a collection of reference papers using Rolling Hash and Rabin-Karp algorithms.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Objectives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Accept research papers in PDF format.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Extract text from uploaded papers.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Preprocess the extracted text.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Divide text into </a:t>
            </a:r>
            <a:r>
              <a:rPr lang="en-IN" b="1" dirty="0"/>
              <a:t>K-grams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 hash values using </a:t>
            </a:r>
            <a:r>
              <a:rPr lang="en-IN" b="1" dirty="0"/>
              <a:t>Rolling Hash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Detect matching sequences using </a:t>
            </a:r>
            <a:r>
              <a:rPr lang="en-IN" b="1" dirty="0"/>
              <a:t>Rabin-Karp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Calculate similarity percentage.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Display matching reference papers and ranked results.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FDFCD-34A1-723D-AF44-13BB5C376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361" y="1123251"/>
            <a:ext cx="9169167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8FC542-D739-B040-9ADF-BB0CF3FCA97E}"/>
              </a:ext>
            </a:extLst>
          </p:cNvPr>
          <p:cNvSpPr txBox="1"/>
          <p:nvPr/>
        </p:nvSpPr>
        <p:spPr>
          <a:xfrm>
            <a:off x="3181524" y="806448"/>
            <a:ext cx="60946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Expected Results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The system displays: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Uploaded paper name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Number of words extracted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Number of reference papers </a:t>
            </a:r>
            <a:r>
              <a:rPr lang="en-IN" dirty="0" err="1"/>
              <a:t>analyzed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Matching reference papers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Number of matching K-grams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Similarity percentage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Ranked list of similar papers 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Uploaded Paper:</a:t>
            </a:r>
            <a:r>
              <a:rPr lang="en-IN" dirty="0"/>
              <a:t> ResearchPaper.pdf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Reference Papers:</a:t>
            </a:r>
            <a:r>
              <a:rPr lang="en-IN" dirty="0"/>
              <a:t>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K-Gram Size:</a:t>
            </a:r>
            <a:r>
              <a:rPr lang="en-IN" dirty="0"/>
              <a:t>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Algorithm:</a:t>
            </a:r>
            <a:r>
              <a:rPr lang="en-IN" dirty="0"/>
              <a:t> Rolling Hash + Rabin-Karp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Similarity:</a:t>
            </a:r>
            <a:r>
              <a:rPr lang="en-IN" dirty="0"/>
              <a:t> 32.45%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F482A-447A-FF14-1437-90E2C8604CC8}"/>
              </a:ext>
            </a:extLst>
          </p:cNvPr>
          <p:cNvSpPr txBox="1"/>
          <p:nvPr/>
        </p:nvSpPr>
        <p:spPr>
          <a:xfrm>
            <a:off x="3047301" y="1307439"/>
            <a:ext cx="60946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Hardware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Computer/Laptop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Minimum 4 GB RAM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Minimum 10 GB available storage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Internet connection for development/deployment</a:t>
            </a:r>
          </a:p>
          <a:p>
            <a:pPr lvl="0"/>
            <a:r>
              <a:rPr lang="en-IN" dirty="0"/>
              <a:t> </a:t>
            </a:r>
          </a:p>
          <a:p>
            <a:pPr>
              <a:buNone/>
            </a:pPr>
            <a:r>
              <a:rPr lang="en-IN" b="1" dirty="0"/>
              <a:t>Software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Operating System:</a:t>
            </a:r>
            <a:r>
              <a:rPr lang="en-IN" dirty="0"/>
              <a:t> Windows/Linux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Frontend:</a:t>
            </a:r>
            <a:r>
              <a:rPr lang="en-IN" dirty="0"/>
              <a:t> React.js + Vite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Backend:</a:t>
            </a:r>
            <a:r>
              <a:rPr lang="en-IN" dirty="0"/>
              <a:t> Node.js + Express.js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Language:</a:t>
            </a:r>
            <a:r>
              <a:rPr lang="en-IN" dirty="0"/>
              <a:t> JavaScript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PDF Processing:</a:t>
            </a:r>
            <a:r>
              <a:rPr lang="en-IN" dirty="0"/>
              <a:t> pdf-parse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File Upload:</a:t>
            </a:r>
            <a:r>
              <a:rPr lang="en-IN" dirty="0"/>
              <a:t> Multer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Algorithms:</a:t>
            </a:r>
            <a:r>
              <a:rPr lang="en-IN" dirty="0"/>
              <a:t> Rolling Hash + Rabin-Karp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Dataset:</a:t>
            </a:r>
            <a:r>
              <a:rPr lang="en-IN" dirty="0"/>
              <a:t> Research Paper PDFs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Editor:</a:t>
            </a:r>
            <a:r>
              <a:rPr lang="en-IN" dirty="0"/>
              <a:t> Visual Studio Code 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255AE-85F2-273B-E169-DCFDB4BA4D29}"/>
              </a:ext>
            </a:extLst>
          </p:cNvPr>
          <p:cNvSpPr txBox="1"/>
          <p:nvPr/>
        </p:nvSpPr>
        <p:spPr>
          <a:xfrm>
            <a:off x="3048698" y="1282596"/>
            <a:ext cx="6094602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PaperCheck</a:t>
            </a:r>
            <a:r>
              <a:rPr lang="en-IN" dirty="0"/>
              <a:t> provides an automated approach for plagiarism detection.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processes research papers and compares their textual content.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Rolling Hash</a:t>
            </a:r>
            <a:r>
              <a:rPr lang="en-IN" dirty="0"/>
              <a:t> efficiently generates hash values for K-grams.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Rabin-Karp</a:t>
            </a:r>
            <a:r>
              <a:rPr lang="en-IN" dirty="0"/>
              <a:t> identifies matching sequences using these hash values.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generates similarity percentages and ranked matching papers.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project demonstrates how </a:t>
            </a:r>
            <a:r>
              <a:rPr lang="en-IN" b="1" dirty="0"/>
              <a:t>DSA concepts can be applied to a real-world problem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DBC600-EA01-BCBB-A925-7B789C3290F0}"/>
              </a:ext>
            </a:extLst>
          </p:cNvPr>
          <p:cNvSpPr txBox="1"/>
          <p:nvPr/>
        </p:nvSpPr>
        <p:spPr>
          <a:xfrm>
            <a:off x="2922864" y="1425370"/>
            <a:ext cx="6094602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Increase the dataset from 100 papers to thousands of papers.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Add support for </a:t>
            </a:r>
            <a:r>
              <a:rPr lang="en-IN" b="1" dirty="0"/>
              <a:t>DOC/DOCX files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Add </a:t>
            </a:r>
            <a:r>
              <a:rPr lang="en-IN" b="1" dirty="0"/>
              <a:t>OCR</a:t>
            </a:r>
            <a:r>
              <a:rPr lang="en-IN" dirty="0"/>
              <a:t> for scanned research papers.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Highlight the exact matching passages.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 downloadable plagiarism reports.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Add multiple similarity detection techniques.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 processing speed for large datasets.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Add a web-based cloud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632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hansika janumpally</cp:lastModifiedBy>
  <cp:revision>21</cp:revision>
  <dcterms:created xsi:type="dcterms:W3CDTF">2024-08-29T05:25:00Z</dcterms:created>
  <dcterms:modified xsi:type="dcterms:W3CDTF">2026-09-24T06:22:52Z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